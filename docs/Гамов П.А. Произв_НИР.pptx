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2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05EE74-4A9A-4A1C-9F23-174BC2352F6C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2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B224BC-3BA5-4EF8-BCB6-BA04CCAF9E01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1326240"/>
            <a:ext cx="907128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ТИТУЛЬНИК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Преимущества мессенджеров как платформы включают: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0">
              <a:lnSpc>
                <a:spcPct val="110000"/>
              </a:lnSpc>
              <a:buNone/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Высокую доступность и удобство использования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Возможность постоянного взаимодействия с пользователем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Интеграцию в привычную цифровую среду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Низкий порог входа для пользователей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Ключевые элементы геймификации включают: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0">
              <a:lnSpc>
                <a:spcPct val="110000"/>
              </a:lnSpc>
              <a:buNone/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Системы наград и достижений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Прогресс-бары и уровни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Социальные элементы (рейтинги, лидерборды)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Истории и нарративы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Мгновенную обратную связь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Анализ существующих решений показал, что геймификация успешно применяется в различных сферах. В образовании популярны платформы типа Duolingo, которые используют очки опыта, уровни и серии для мотивации обучения языкам. В фитнесе приложения Fitbit и Nike Run Club применяют систему наград, достижений и социальное сравнение.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73800"/>
            <a:ext cx="9071280" cy="125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Однако большинство существующих решений имеют ограничения: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buNone/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0000"/>
              </a:lnSpc>
              <a:buNone/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Сильная зависимость от самодисциплины пользователя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Отсутствие социальной поддержки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Недостаточная персонализация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Ограниченные возможности адаптации под индивидуальные потребности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85320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Основными сегментами являются: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buNone/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0000"/>
              </a:lnSpc>
              <a:buNone/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Молодые профессионалы, испытывающие стресс и нехватку времени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Люди, начинающие путь к здоровому образу жизни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Пользователи цифровых технологий, открытые новым форматам взаимодействия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0" y="540000"/>
            <a:ext cx="99324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Целевая аудитория проекта включает людей в возрасте от 18 до 45 лет, заинтересованных в формировании здоровых привычек.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Ключевые требования целевой аудитории: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buNone/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0000"/>
              </a:lnSpc>
              <a:buNone/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Простота использования и интуитивный интерфейс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Персонализация под индивидуальные цели и график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Социальная поддержка и мотивация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Конфиденциальность и безопасность данных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Гибкость в планировании и адаптации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Концепция разработанного чат-бота основана на интеграции нескольких ключевых элементов: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571760"/>
            <a:ext cx="4355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Основной функционал: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Подписка на готовые программы формирования привычек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Персонализированные рекомендации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Система отслеживания прогресса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Анонимное наставничество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Социальные элементы и рейтинг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5220000" y="1571760"/>
            <a:ext cx="4355640" cy="328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>
              <a:lnSpc>
                <a:spcPct val="11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Игровые механики: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Bef>
                <a:spcPts val="1417"/>
              </a:spcBef>
              <a:tabLst>
                <a:tab algn="l" pos="0"/>
              </a:tabLst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Очки опыта за выполнение задач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Уровневая система с новыми возможностями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Система достижений и бейджей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Ежедневные и недельные челленджи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Виртуальная валюта для покупки бонусов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Социальные элементы: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0000"/>
              </a:lnSpc>
              <a:buNone/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Анонимные чаты с наставниками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Сообщества по интересам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Совместные челленджи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Система взаимной поддержки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Ключевые метрики оценки эффективности: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buNone/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0000"/>
              </a:lnSpc>
              <a:buNone/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Уровень вовлеченности (ежедневная активность)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Процент выполнения задач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Удержание пользователей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Самооценка удовлетворенности процессом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Достижение поставленных целей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Результаты показали значительное превосходство геймифицированного подхода: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buNone/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0000"/>
              </a:lnSpc>
              <a:buNone/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Уровень вовлеченности составил 78% против 34% в контрольной группе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Процент выполнения задач – 67% против 42%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Удержание через 3 месяца – 63% против 28%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Оптимальная комбинация: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buNone/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0000"/>
              </a:lnSpc>
              <a:buNone/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Простая, но наглядная система прогресса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Социальная поддержка без давления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Персонализация контента и наград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Регулярная обратная связь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2026-03-04T15:09:59Z</dcterms:created>
  <dc:creator/>
  <dc:description/>
  <dc:language>ru-RU</dc:language>
  <cp:lastModifiedBy/>
  <dcterms:modified xsi:type="dcterms:W3CDTF">2026-03-04T17:14:10Z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